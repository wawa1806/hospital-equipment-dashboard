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C0E6"/>
    <a:srgbClr val="A5C9E9"/>
    <a:srgbClr val="B5D2ED"/>
    <a:srgbClr val="C39BF0"/>
    <a:srgbClr val="E6D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946" autoAdjust="0"/>
    <p:restoredTop sz="94660"/>
  </p:normalViewPr>
  <p:slideViewPr>
    <p:cSldViewPr snapToGrid="0">
      <p:cViewPr>
        <p:scale>
          <a:sx n="75" d="100"/>
          <a:sy n="75" d="100"/>
        </p:scale>
        <p:origin x="36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5C5F3-1A28-68B2-54D7-FDD03E143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27955F-F171-2CE6-0702-2D5321734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093C26-B581-D3BA-6BBF-33477F4C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D56D7E-D797-052A-4D4E-95D1FF4A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3AEA4-ED45-A274-CD54-F69FE791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417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A3371-17D4-7F8D-7F42-A89F8D669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3A56CD-03DC-9C15-0055-1ECEB618E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C0E3DC-42F8-BAD9-83F9-4CAC9D69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80FA50-BF9E-E606-D7C4-FEB92A6CB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D46CF4-1D8C-CEF1-A11A-ED3BD63E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9354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0A1F5-549C-2A85-A8CA-9FEF9865A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D73119-09F4-BA05-67E5-4E4517F29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C784A5-9A42-72A0-2AED-D644C68C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64F61B-6C96-8404-777C-D84E02AF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1A8392-8AC5-327C-1577-8A31B408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299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C6855-780B-C6DC-3BE8-180BCC67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366BA9-FB37-E5F1-9F03-CE8F1D54C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974186-F3FE-6A47-A0D1-80AB5B43D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D7A733-3FCA-9F78-DEBB-91115E017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772F98-80D0-F3D7-7ACB-CCE3FD01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E8EC47-BFA3-E585-F25C-73B2CA0C8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409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8AD94-203E-73DD-6927-1609738D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EE98FF-9007-E077-C60D-246CB984B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B6B3EE-8C71-968B-0F35-AB12876FF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BE578F-7E4F-756B-E7CA-AFC83CC74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125443-8C57-106C-3B4B-42D1549DC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07D8D7B-8FB9-174D-FE58-EFCBDF422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F08C5C6-3681-F0DF-7451-CD8E6A0A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2D6F1E7-10A9-E05B-12B3-79A698B4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4506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0C91A-6074-46E1-DB27-B579CBF29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5A8F6B4-4FF3-AC0B-5136-1559809FB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A5FB98-D924-A9C7-9F81-10912F9E8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984693-8EA3-706D-121B-C1BEE725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7071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AB5A31-CA21-AE33-4DCF-3E26697A8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C46361-BA94-865A-303F-C0403273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E9B10B-86D5-E6EB-2162-2E12825F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844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E914A-EA54-6D07-2A7D-899A2C530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FB6806-6C84-E5D5-EA35-1AE233236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2B1BB5-284A-2863-C563-798A61DB3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542E55-206C-3047-D7B1-56218EE8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4A1741-7353-CDE9-9B90-8D46B4A6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E4454E-27C4-B194-C369-69DC2233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490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AA780-5B72-0ABF-1E19-FE4C4532D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78E0082-4DC7-977C-7894-52BAF7AD8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273667-42E2-CEC8-305D-AAF42BF12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9D1707-7CB2-2C2C-3B5A-D0979A6A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E1CD06-4EB6-4CB3-E7AF-30B401ED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8E7E34-24CB-3CA8-7176-CEAB20CD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57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0979E-60F7-EE78-9C1E-80B379AF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A899AB-62A7-B812-0144-44C873339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DB4C24-EB82-AF96-7F98-6B507E5DD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917F2F-F32A-34FC-0CC9-1CABFF529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428A01-B5B3-C300-ACE0-B6D4B51D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071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98C1A7-AFFC-81D2-1C1C-4611E4A1CC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7CAE61-376D-B0CB-F538-2BA56507D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ED78F7-5C82-98E7-964A-8C0A4B732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0A9B82-A742-41FE-D6E4-39D082D98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3B4255-E489-D446-ADF4-D8FD930E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70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6D6F2"/>
            </a:gs>
            <a:gs pos="68000">
              <a:srgbClr val="ACD5EF"/>
            </a:gs>
            <a:gs pos="25000">
              <a:srgbClr val="B5D2ED"/>
            </a:gs>
            <a:gs pos="100000">
              <a:srgbClr val="C39BF0"/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C07EFFD-712C-DDD5-6A43-708E2D51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2AFCCF-081B-DF6B-9DA8-173D0091A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B6995F-E6B7-CFE8-35FA-E713D2510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7E2C4-F35C-4531-ADE4-BF8D5F394644}" type="datetimeFigureOut">
              <a:rPr lang="es-CL" smtClean="0"/>
              <a:t>02-08-2026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B653B1-37E4-D7FD-3C7A-1A8D10D63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92393B-CD30-63E8-B304-D8E1CC67D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AEABA-462F-48CA-96D6-84A4BB3FB1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662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49E449F-57BC-3EA9-01C4-F6BD35AB650D}"/>
              </a:ext>
            </a:extLst>
          </p:cNvPr>
          <p:cNvSpPr/>
          <p:nvPr/>
        </p:nvSpPr>
        <p:spPr>
          <a:xfrm>
            <a:off x="206400" y="645655"/>
            <a:ext cx="11779200" cy="6080400"/>
          </a:xfrm>
          <a:prstGeom prst="roundRect">
            <a:avLst>
              <a:gd name="adj" fmla="val 952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: esquinas diagonales redondeadas 13">
            <a:extLst>
              <a:ext uri="{FF2B5EF4-FFF2-40B4-BE49-F238E27FC236}">
                <a16:creationId xmlns:a16="http://schemas.microsoft.com/office/drawing/2014/main" id="{9FA2881F-55F6-0123-DC46-CD543787AC7A}"/>
              </a:ext>
            </a:extLst>
          </p:cNvPr>
          <p:cNvSpPr/>
          <p:nvPr/>
        </p:nvSpPr>
        <p:spPr>
          <a:xfrm>
            <a:off x="7633699" y="645655"/>
            <a:ext cx="4089114" cy="1176391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A5C9E9"/>
          </a:solidFill>
          <a:ln>
            <a:noFill/>
          </a:ln>
          <a:effectLst>
            <a:outerShdw blurRad="50800" dist="38100" dir="16200000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54C1FB0-2D52-A327-F5F3-D2BB1DBC3454}"/>
              </a:ext>
            </a:extLst>
          </p:cNvPr>
          <p:cNvSpPr/>
          <p:nvPr/>
        </p:nvSpPr>
        <p:spPr>
          <a:xfrm>
            <a:off x="493159" y="837345"/>
            <a:ext cx="11229654" cy="1001730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6388B59-1B85-04F2-55FC-A217AA668FB5}"/>
              </a:ext>
            </a:extLst>
          </p:cNvPr>
          <p:cNvSpPr/>
          <p:nvPr/>
        </p:nvSpPr>
        <p:spPr>
          <a:xfrm>
            <a:off x="493159" y="2017254"/>
            <a:ext cx="11229654" cy="2102684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E1CE7D0-F44F-97DA-814D-3D03FA91500E}"/>
              </a:ext>
            </a:extLst>
          </p:cNvPr>
          <p:cNvSpPr/>
          <p:nvPr/>
        </p:nvSpPr>
        <p:spPr>
          <a:xfrm>
            <a:off x="493159" y="4361379"/>
            <a:ext cx="5686259" cy="2172985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C9ADDF7B-A6E8-B18A-ACD1-D88789F2EE79}"/>
              </a:ext>
            </a:extLst>
          </p:cNvPr>
          <p:cNvSpPr/>
          <p:nvPr/>
        </p:nvSpPr>
        <p:spPr>
          <a:xfrm>
            <a:off x="6382761" y="4361379"/>
            <a:ext cx="5316080" cy="2172985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1122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BF7C5-CB65-ABBF-E54A-A6DFA603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38946AB-68CA-A9AA-DA71-8D956ABF5BFE}"/>
              </a:ext>
            </a:extLst>
          </p:cNvPr>
          <p:cNvSpPr/>
          <p:nvPr/>
        </p:nvSpPr>
        <p:spPr>
          <a:xfrm>
            <a:off x="206400" y="645655"/>
            <a:ext cx="11779200" cy="6080400"/>
          </a:xfrm>
          <a:prstGeom prst="roundRect">
            <a:avLst>
              <a:gd name="adj" fmla="val 952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: esquinas diagonales redondeadas 13">
            <a:extLst>
              <a:ext uri="{FF2B5EF4-FFF2-40B4-BE49-F238E27FC236}">
                <a16:creationId xmlns:a16="http://schemas.microsoft.com/office/drawing/2014/main" id="{81CD45FA-428C-3881-10B0-92D3F276495E}"/>
              </a:ext>
            </a:extLst>
          </p:cNvPr>
          <p:cNvSpPr/>
          <p:nvPr/>
        </p:nvSpPr>
        <p:spPr>
          <a:xfrm>
            <a:off x="7633699" y="645655"/>
            <a:ext cx="4089114" cy="1176391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A5C9E9"/>
          </a:solidFill>
          <a:ln>
            <a:noFill/>
          </a:ln>
          <a:effectLst>
            <a:outerShdw blurRad="50800" dist="38100" dir="16200000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FC07822-0AF0-6010-421C-BABB14950D58}"/>
              </a:ext>
            </a:extLst>
          </p:cNvPr>
          <p:cNvSpPr/>
          <p:nvPr/>
        </p:nvSpPr>
        <p:spPr>
          <a:xfrm>
            <a:off x="493159" y="837345"/>
            <a:ext cx="11229654" cy="1001730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CDB0E96-3801-AA5B-32BF-CB912474D865}"/>
              </a:ext>
            </a:extLst>
          </p:cNvPr>
          <p:cNvSpPr/>
          <p:nvPr/>
        </p:nvSpPr>
        <p:spPr>
          <a:xfrm>
            <a:off x="493160" y="2017254"/>
            <a:ext cx="4193140" cy="4517110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A617FE0-ACB5-037D-60F4-3017E2585318}"/>
              </a:ext>
            </a:extLst>
          </p:cNvPr>
          <p:cNvSpPr/>
          <p:nvPr/>
        </p:nvSpPr>
        <p:spPr>
          <a:xfrm>
            <a:off x="4920893" y="1989071"/>
            <a:ext cx="3300240" cy="2102684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8073BE4-11CC-5584-AC19-5EF10FA2E126}"/>
              </a:ext>
            </a:extLst>
          </p:cNvPr>
          <p:cNvSpPr/>
          <p:nvPr/>
        </p:nvSpPr>
        <p:spPr>
          <a:xfrm>
            <a:off x="4920893" y="4275809"/>
            <a:ext cx="6801919" cy="2258555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CEF2203-4801-678A-D193-5C541111F602}"/>
              </a:ext>
            </a:extLst>
          </p:cNvPr>
          <p:cNvSpPr/>
          <p:nvPr/>
        </p:nvSpPr>
        <p:spPr>
          <a:xfrm>
            <a:off x="8357991" y="1989071"/>
            <a:ext cx="3364821" cy="2102684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8336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7B363-FB74-ED1D-0D31-42947F13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47D207A-B432-1DAF-0B4F-E9297A5EB58A}"/>
              </a:ext>
            </a:extLst>
          </p:cNvPr>
          <p:cNvSpPr/>
          <p:nvPr/>
        </p:nvSpPr>
        <p:spPr>
          <a:xfrm>
            <a:off x="206400" y="645655"/>
            <a:ext cx="11779200" cy="6080400"/>
          </a:xfrm>
          <a:prstGeom prst="roundRect">
            <a:avLst>
              <a:gd name="adj" fmla="val 952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: esquinas diagonales redondeadas 13">
            <a:extLst>
              <a:ext uri="{FF2B5EF4-FFF2-40B4-BE49-F238E27FC236}">
                <a16:creationId xmlns:a16="http://schemas.microsoft.com/office/drawing/2014/main" id="{BD09E195-B602-58DF-7FB5-7CC639AE12E3}"/>
              </a:ext>
            </a:extLst>
          </p:cNvPr>
          <p:cNvSpPr/>
          <p:nvPr/>
        </p:nvSpPr>
        <p:spPr>
          <a:xfrm>
            <a:off x="7633699" y="645655"/>
            <a:ext cx="4089114" cy="1176391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A5C9E9"/>
          </a:solidFill>
          <a:ln>
            <a:noFill/>
          </a:ln>
          <a:effectLst>
            <a:outerShdw blurRad="50800" dist="38100" dir="16200000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F017D6A-D2C0-85CF-DF3B-47561B4819E8}"/>
              </a:ext>
            </a:extLst>
          </p:cNvPr>
          <p:cNvSpPr/>
          <p:nvPr/>
        </p:nvSpPr>
        <p:spPr>
          <a:xfrm>
            <a:off x="493159" y="837345"/>
            <a:ext cx="11229654" cy="1001730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D7C1E67-BBC0-0F7C-EC6A-CDF5E31586D8}"/>
              </a:ext>
            </a:extLst>
          </p:cNvPr>
          <p:cNvSpPr/>
          <p:nvPr/>
        </p:nvSpPr>
        <p:spPr>
          <a:xfrm>
            <a:off x="493159" y="1989071"/>
            <a:ext cx="3626453" cy="4545292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E0DE1B7-FB66-D087-3439-C8295AE518C1}"/>
              </a:ext>
            </a:extLst>
          </p:cNvPr>
          <p:cNvSpPr/>
          <p:nvPr/>
        </p:nvSpPr>
        <p:spPr>
          <a:xfrm>
            <a:off x="4326013" y="4275807"/>
            <a:ext cx="3865085" cy="2258555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BDACC94-1731-5C0D-3229-BF959CF7A3DB}"/>
              </a:ext>
            </a:extLst>
          </p:cNvPr>
          <p:cNvSpPr/>
          <p:nvPr/>
        </p:nvSpPr>
        <p:spPr>
          <a:xfrm>
            <a:off x="8325852" y="4261718"/>
            <a:ext cx="3396959" cy="2272644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BEEA2EC9-7C89-1E65-A176-AF3C13EB2F04}"/>
              </a:ext>
            </a:extLst>
          </p:cNvPr>
          <p:cNvSpPr/>
          <p:nvPr/>
        </p:nvSpPr>
        <p:spPr>
          <a:xfrm>
            <a:off x="4326013" y="1989071"/>
            <a:ext cx="7396798" cy="2102684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728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B696-DA6E-BB12-D496-A3964990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0A9CB67-1F87-C305-497F-5495C02FC726}"/>
              </a:ext>
            </a:extLst>
          </p:cNvPr>
          <p:cNvSpPr/>
          <p:nvPr/>
        </p:nvSpPr>
        <p:spPr>
          <a:xfrm>
            <a:off x="206400" y="645655"/>
            <a:ext cx="11779200" cy="6080400"/>
          </a:xfrm>
          <a:prstGeom prst="roundRect">
            <a:avLst>
              <a:gd name="adj" fmla="val 952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: esquinas diagonales redondeadas 13">
            <a:extLst>
              <a:ext uri="{FF2B5EF4-FFF2-40B4-BE49-F238E27FC236}">
                <a16:creationId xmlns:a16="http://schemas.microsoft.com/office/drawing/2014/main" id="{B4AF9500-F305-688F-F636-2DE8268D6507}"/>
              </a:ext>
            </a:extLst>
          </p:cNvPr>
          <p:cNvSpPr/>
          <p:nvPr/>
        </p:nvSpPr>
        <p:spPr>
          <a:xfrm>
            <a:off x="7633699" y="645655"/>
            <a:ext cx="4089114" cy="1176391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A5C9E9"/>
          </a:solidFill>
          <a:ln>
            <a:noFill/>
          </a:ln>
          <a:effectLst>
            <a:outerShdw blurRad="50800" dist="38100" dir="16200000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720E845-5FE8-B6AC-C224-8DA8DE14A2C0}"/>
              </a:ext>
            </a:extLst>
          </p:cNvPr>
          <p:cNvSpPr/>
          <p:nvPr/>
        </p:nvSpPr>
        <p:spPr>
          <a:xfrm>
            <a:off x="493159" y="820316"/>
            <a:ext cx="11229654" cy="1001730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12AA777-3026-39EE-2A06-45C87DBB0CC8}"/>
              </a:ext>
            </a:extLst>
          </p:cNvPr>
          <p:cNvSpPr/>
          <p:nvPr/>
        </p:nvSpPr>
        <p:spPr>
          <a:xfrm>
            <a:off x="493159" y="1989071"/>
            <a:ext cx="6102374" cy="4545292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0398FEF-C568-8137-DE67-991EF24994BE}"/>
              </a:ext>
            </a:extLst>
          </p:cNvPr>
          <p:cNvSpPr/>
          <p:nvPr/>
        </p:nvSpPr>
        <p:spPr>
          <a:xfrm>
            <a:off x="6684837" y="1996707"/>
            <a:ext cx="5014004" cy="2341267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7FA99E1-9EC0-224C-BBFE-6E21711E5F2F}"/>
              </a:ext>
            </a:extLst>
          </p:cNvPr>
          <p:cNvSpPr/>
          <p:nvPr/>
        </p:nvSpPr>
        <p:spPr>
          <a:xfrm>
            <a:off x="6708809" y="4411133"/>
            <a:ext cx="5014004" cy="2123229"/>
          </a:xfrm>
          <a:prstGeom prst="roundRect">
            <a:avLst>
              <a:gd name="adj" fmla="val 22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8964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Ignacio Estay Cifuentes</dc:creator>
  <cp:lastModifiedBy>Lukas Ignacio Estay Cifuentes</cp:lastModifiedBy>
  <cp:revision>1</cp:revision>
  <dcterms:created xsi:type="dcterms:W3CDTF">2026-08-02T21:11:07Z</dcterms:created>
  <dcterms:modified xsi:type="dcterms:W3CDTF">2026-08-04T00:05:41Z</dcterms:modified>
</cp:coreProperties>
</file>